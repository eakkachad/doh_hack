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CarbonWay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22C55E"/>
                </a:solidFill>
              </a:defRPr>
            </a:pPr>
            <a:r>
              <a:t>เปลี่ยนค่าไฟทางหลวงให้กลายเป็นทุนพลังงานสะอาด</a:t>
            </a:r>
            <a:br/>
            <a:br/>
            <a:r>
              <a:t>Team ThuderPermanent  |  DOH HACKATHON 2026</a:t>
            </a:r>
            <a:br/>
            <a:r>
              <a:t>Sustainable &amp; Low-Carbon Highway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ความจริงที่น่าตกใจ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ทุกคืนที่ปิดไฟถนน ประหยัดได้ 1,600 บาท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แต่ถ้าเกิดอุบัติเหตุตายแม้แค่ 1 ราย = เสีย 17-40 ล้านบาท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ลบล้างการประหยัดไป 30-68 ปี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นี่ไม่ใช่การประหยัด — นี่คือการขาดทุน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ปัญหาที่แท้จริง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💰 DOH จ่ายค่าไฟ 1.7 พันล้านบาท/ปี (กระจายใน 104 แขวง + 7,850 อปท.)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🎯 เป้าหมาย: เปลี่ยน LED 80% ภายในปี 2040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❌ K-Value Crisis — งบถูกแช่แข็ง ไม่มีเงินลงทุน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❌ e-Bidding ราคาสูง — LED ชุดละ 18,000 บาท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ทางออกปัจจุบัน: ปิดไฟ = อันตราย + ขาดทุนจริง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Paradox: ไม่มีเงินทำให้เขียว → ตัดต้นทุนอันตราย → แพงกว่าเดิม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มุมมองที่ไม่มีใครเห็น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ค่าไฟ 1.7 พันล้านบาท/ปี ≠ ต้นทุน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ค่าไฟ 1.7 พันล้านบาท/ปี = Carbon Footprint ที่แปลงเป็นเงินได้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ทุก kWh ที่ลดได้ = kgCO₂e ที่ลดได้ = T-VER Carbon Credit = รายได้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Thailand Grid Emission Factor: 0.4999 kgCO₂e/kWh (TGO)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CarbonWay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ระบบจำลองเส้นทางสู่ทางหลวงไร้คาร์บอน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1️⃣ คำนวณ Carbon Baseline ของสินทรัพย์ทางหลวง (ไฟถนน, VMS, CCTV)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2️⃣ จำลองการลงทุน (LED / Solar / Smart Dimming / Off-grid ITS)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3️⃣ วัดผล 3 มิติ: พลังงาน + คาร์บอน + ความปลอดภัย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4️⃣ แปลง CO₂ ที่ลดได้ → T-VER Carbon Credits → รายได้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5️⃣ สร้างวงจรทุนตัวเอง — ไม่ต้องรองบรัฐ</a:t>
            </a:r>
          </a:p>
        </p:txBody>
      </p:sp>
      <p:pic>
        <p:nvPicPr>
          <p:cNvPr id="5" name="Picture 4" descr="carbonway_dashboard_1778247827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กลไกการทำงาน — Self-Funding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BASELINE → SIMULATE → QUANTIFY → MONETIZE → (ลงทุนต่อ)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📊 Baseline: คำนวณ Carbon Footprint ปัจจุบัน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🔬 Simulate: จำลอง LED / Solar / Smart Dimming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📐 Quantify: วัด 3 มิติ — ค่าไฟลด, CO₂ลด, ความปลอดภัย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💵 Monetize: แปลง CO₂ → T-VER Credits → รายได้สำหรับลงทุนต่อ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วงจรที่หมุนเอง: รายได้จากคาร์บอนเครดิต → ลงทุนแขวงถัดไป → Snowball</a:t>
            </a:r>
          </a:p>
        </p:txBody>
      </p:sp>
      <p:pic>
        <p:nvPicPr>
          <p:cNvPr id="5" name="Picture 4" descr="self_funding_loop_17782478447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Safety Guarantee — ไม่แลกความปลอดภัย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ทุก Scenario ต้องผ่าน Safety Floor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IF safety_impact &lt; THRESHOLD: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  REJECT → 'ประหยัดได้ X บาท แต่เสี่ยง Y ล้านบาท (VSL)'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  SUGGEST → ทางเลือกที่ดีกว่า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✅ Smart Dimming &gt; ปิดไฟ (ลดพลังงาน 40% โดยไม่ลดแสงต่ำกว่ามาตรฐาน)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✅ ระบบปฏิเสธการประหยัดที่ทำลายความปลอดภัย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VSL Thailand: 17.2-39.9 ล้านบาท/ราย — CarbonWay ไม่ยอมเสี่ยง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ผลกระทบที่คาดหวัง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📊 Carbon Baseline (ITS เพียงอย่างเดียว): ~7,100 tCO₂e/ปี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💰 T-VER Revenue (ITS): 710K - 1.42M บาท/ปี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🌿 ศักยภาพทั้งเครือข่าย: ~29,500 tCO₂e/ปี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💵 รายได้ทั้งหมด: 2.95M - 5.9M บาท/ปี (ราคาปัจจุบัน)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📈 อนาคต (คาร์บอนแท็กซ์ 2030): 8.85M - 14.75M บาท/ปี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🛡️ VSL Savings: 17-40 ล้านบาท/ราย ที่หลีกเลี่ยงได้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73,000+ km ของทางหลวง = โอกาสมหาศาล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Phase 0 (ตอนนี้): Concept + Mock-up ← อยู่ตรงนี้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Phase 1 (2 สัปดาห์): Working POC ใช้ Open Data จริง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Phase 2 (3-6 เดือน): Pilot 1 แขวงทางหลวง + T-VER Registration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Phase 3 (1-2 ปี): Scale ระดับประเทศ + Carbon Credit จริง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ไม่ต้องใช้ Hardware / ไม่ต้องใช้ข้อมูลภายใน</a:t>
            </a: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ใช้กลไกที่มีอยู่แล้ว (T-VER, TGO, DOH Open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ThuderPermanent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🤖 AI/NLP — Carbon Engine, NLP Document Analysis, Smart Dimming Algorithm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📊 Data — Open Data Processing, Carbon Modeling, T-VER Quantification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🖥️ Fullstack — Web Prototype, Financial Model, Pitch Deck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👨‍🏫 Senior Advisor — Architecture Review, Feasibility Check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"ถ้าจะทำทางหลวงให้เขียวขึ้น ไม่ต้องรองบ — ให้คาร์บอนจ่ายเอง"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 A: แหล่งข้อมูล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ปริมาณการจราจรบนทางหลวง — DOH Open Data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ระยะทางตามลักษณะผิวทาง — DOH Open Data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Thailand Grid Emission Factor — TGO (0.4999 kgCO₂e/kWh)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T-VER Carbon Credit Price — TGO / Carbon Markets Club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VSL Thailand — Academic Research (17.2-39.9M THB)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LED/Solar Pricing — DOH Procurement (18,000 THB/set)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ITS Asset Count — 750 VMS, 5,000+ CCTV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 B: ITS Carbon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VMS: 750 × 2kW × 12h/day = 18,000 kWh/day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CCTV: 5,000 × 0.1kW × 24h = 12,000 kWh/day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Total ITS: 30,000 kWh/day = 10.95 GWh/year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(เอกสารระบุ 14.23 GWh — ส่วนต่างคือ servers/processing)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Carbon: 14,230,000 kWh × 0.4999 = 7,114 tCO₂e/year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ลดได้ 30% via Solar: 2,134 tCO₂e/year</a:t>
            </a: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T-VER Value: 213,400 - 426,800 THB/year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 C: Streetlight Carbon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ประมาณการ: 200,000 ดวง (จาก 73,000+ km)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200,000 × 0.15kW × 10h/night × 365 = 109.5 GWh/year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Carbon: 109,500,000 × 0.4999 = 54,739 tCO₂e/year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LED Conversion ลด 50%: 27,370 tCO₂e/year</a:t>
            </a: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T-VER Value: 2,737,000 - 5,474,000 THB/year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 D: Total Network Projection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Total Reducible Carbon: ~29,500 tCO₂e/year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T-VER Revenue (ปัจจุบัน 100-200 THB): 2.95M - 5.9M THB/year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อนาคต (คาร์บอนแท็กซ์ 300-500 THB by 2030):</a:t>
            </a:r>
          </a:p>
          <a:p>
            <a:pPr>
              <a:spcBef>
                <a:spcPts val="1200"/>
              </a:spcBef>
              <a:defRPr sz="2200" i="1">
                <a:solidFill>
                  <a:srgbClr val="22C55E"/>
                </a:solidFill>
              </a:defRPr>
            </a:pPr>
            <a:r>
              <a:t>Future Revenue: 8.85M - 14.75M THB/year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หมายเหตุ: ตัวเลขเป็นการประมาณสำหรับ Pitch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POC จะใช้ข้อมูลจริงจาก DOH Open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 E: Risk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รายได้ต่อ segment น้อย → แสดง cumulative effect 73,000+ km + ราคาคาร์บอนขาขึ้น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T-VER ซับซ้อน → แสดง precedent จากหน่วยงานอื่น + CarbonWay ลดความซับซ้อน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กรรมการไม่เข้าใจ Carbon Credit → ใช้ lights-off story เป็น hook ก่อน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ยังไม่มี prototype → Round 1 ต้องการ concept + ตัวเลขจริง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⚠️ ทีมอื่นทำคล้ายกัน → VSL Safety + Self-funding loop = ไม่ซ้ำ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